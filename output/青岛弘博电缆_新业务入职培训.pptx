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青岛弘博电缆有限公司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新业务入职培训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  ·  家电线束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技术型销售培养计划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 / 28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培训内容导航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公司认知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公司简介 · 产品家族 · 应用场景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岗位职责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岗位定位 · 职责清单 · 价值链条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对内联系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内部架构 · 生产部 · 技术部 · 采购/品质/财务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对外联系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客户分布 · 供应商联络 · 沟通规范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337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生产工艺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工艺流程 · 关键工序 · 生产周期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20040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337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关键盯控点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质量红线 · 交期预警 · 成本意识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60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技术指引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汽车线束技术 · 家电线束技术 · 技术参数 · 沟通话术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0233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160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9496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成长路径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技术型销售成长 · 学习资源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公司认知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 /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岗位职责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4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对内联系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5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对外联系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6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生产工艺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7 /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关键盯控点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8 /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技术指引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9 /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57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成长路径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10 /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公司简介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01 公司认知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11 /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公司概况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公司名称：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青岛弘博电缆有限公司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主营业务：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 · 家电线束 · 电线电缆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产品定位：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中高端线束产品制造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服务理念：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质量第一 · 客户至上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05840"/>
            <a:ext cx="41148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专业的生产设备和完善的检测体系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丰富的汽车线和家电线生产经验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可靠的质量管理（IATF16949/ISO9001）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灵活的定制化服务能力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当前主要客户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存量客户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部分小订单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74904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中国重汽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4114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新增客户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刚接入，潜力较大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74904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4114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暂停合作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刚被踢出，需关注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产品家族：汽车线束 vs 家电线束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01 公司认知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630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认证标准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IATF 16949 · UL · CCC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工作温度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-40°C ~ +125°C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质量要求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PPM级（&lt;10PPM不良率）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典型应用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发动机 · 仪表盘 · 车身 · 底盘 · 高压系统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认证标准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ISO 9001 · UL · 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工作温度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-10°C ~ +70°C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质量要求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千分之三以内不良率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典型应用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空调 · 冰箱 · 洗衣机 · 小家电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业务要点：汽车线束要求更严格，但单价和利润更高；家电线束订单批量大，但竞争激烈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01 公司认知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13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汽车线束应用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发动机线束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连接传感器与ECU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4173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仪表板线束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1874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仪表盘指示灯、开关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4173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车身线束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874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车门、车顶、座椅电器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14173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底盘线束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1874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车轮、刹车、悬挂系统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14173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高压线束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1874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新能源电池包、电机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家电线束应用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空调线束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室内外机连接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108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冰箱线束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制冷系统控制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洗衣机线束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程序控制连接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108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小家电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各类小型电器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251960"/>
            <a:ext cx="41148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客户动态：海信（存量） · 中国重汽（新增） · 美的（暂停）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岗位定位：业务部架构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02 岗位职责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14 /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总经理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731520" cy="274320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1920240"/>
            <a:ext cx="2743200" cy="54864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651760"/>
            <a:ext cx="1828800" cy="411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业务经理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大客户维护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战略规划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6517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2651760"/>
            <a:ext cx="1828800" cy="411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业务主管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108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小组管理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重点客户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业务跟进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26517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2651760"/>
            <a:ext cx="1828800" cy="411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客户开发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订单跟进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报价处理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你是业务部的核心力量，连接客户与工厂的桥梁，负责订单全生命周期管理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岗位职责清单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02 岗位职责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15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日常工作内容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报价处理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根据客户需求，协同技术部完成产品报价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订单跟进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与PMC对接交期，与客户保持沟通更新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技术对接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传递客户技术要求，协调内部技术变更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客诉处理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受理客户投诉，协调内部解决并反馈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回款管理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跟进应收账款，确保账期内的及时回款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整理销售数据，制作周报/月报报表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价值链条：从接单到回款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02 岗位职责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16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订单全生命周期管理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客户询价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接收需求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初步沟通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74520" y="146304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160020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报价确认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技术评审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成本核算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146304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160020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订单确认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合同签订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付款方式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60020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0916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生产跟进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交期协调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品质把控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26480" y="146304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2648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出货验收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发货跟踪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客户签收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6092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43800" y="1463040"/>
            <a:ext cx="1280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1600200"/>
            <a:ext cx="640080" cy="640080"/>
          </a:xfrm>
          <a:prstGeom prst="ellipse">
            <a:avLst/>
          </a:prstGeom>
          <a:solidFill>
            <a:srgbClr val="2B5797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5438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回款完成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4380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对账开票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账款回收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业务的核心价值：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在每个环节中，你是客户与公司内部的唯一窗口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你需要主动协调资源、推动问题解决、传递准确信息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你的专业度直接影响客户满意度和公司利润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内部联络总览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03 对内联系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17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组织架构与协作网络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 · 交期 · 异常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 · 工艺 · 变更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4630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排产 · 物料 · 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146304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品质部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检验 · 客诉 · 质量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292608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采购部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 · 供应商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账单 · 回款 · 发票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292608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仓储部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 · 出货 · 物流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2743200"/>
            <a:ext cx="25603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业务部（你）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重要提醒：通过业务沟通群进行官方沟通，涉及公司运营重要情况必须群里公开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生产部对接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03 对内联系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18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核心协作内容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交期确认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确认订单交期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更新交期进展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处理交期异常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产能评估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评估生产能力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处理紧急订单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协调加班需求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生产异常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反馈品质问题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协调返工/补产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记录异常原因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沟通技巧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提前告知：订单确认后尽快与生产部同步，便于排产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书面确认：重要交期承诺通过邮件或群消息书面确认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主动跟进：定期在群里跟进进度，不要等问题来找你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PMC / 品质部对接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03 对内联系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19 /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PMC（计划物控）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排产计划确认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物料到料跟踪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交期预测更新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紧急插单协调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库存数据查询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品质部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来料检验结果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过程质量异常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成品检验报告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客诉质量问题处理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质量数据统计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重要原则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日常了解情况：私下沟通 或 群里简单询问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公司运营重要情况/数据/时效：必须群里公开沟通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这是官方沟通规范，也是保护你自己的方式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采购 / 财务对接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03 对内联系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20 /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采购部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原材料价格波动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供应商交期咨询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新材料开发进度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样品进度跟进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应收账款查询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发票开具进度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账期/付款条款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客户信用额度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业务与财务的协作重点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回款管理：及时跟进客户付款，确保账期健康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账期评估：新客户合作前，了解其信用状况和账期要求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数据同步：定期与财务核对应收账款数据，避免遗漏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风险预警：发现客户付款异常，及时通报财务并采取措施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客户分布与状态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04 对外联系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21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当前主要客户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存量客户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部分小订单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保持稳定合作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237744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91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维护关系，争取更多订单份额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17320"/>
            <a:ext cx="265176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中国重汽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新增客户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刚接入阶段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潜力较大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200400"/>
            <a:ext cx="237744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291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重点跟进，建立信任，快速响应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41732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417320"/>
            <a:ext cx="265176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暂停合作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377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刚被踢出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原因待分析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200400"/>
            <a:ext cx="237744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291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关注后续，看是否有改善机会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供应商联络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04 对外联系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主要供应商类型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铜线/导体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铜杆、铜丝、镀锡线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端子/连接器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TE、Molex、JAE、安费诺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胶带/套管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3M、日东、国产替代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护套材料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PVC、PP、PA66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辅助材料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热缩管、扎带、号码管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业务与供应商的协作要点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了解供应能力：在订单量大或交期紧时，提前了解供应商产能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价格波动传递：原材料价格变化时，及时与客户沟通价格调整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质量协同：发现来料问题时，配合采购/品质与供应商沟通改善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外部沟通规范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04 对外联系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23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沟通方式选择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📧 邮件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正式报价、合同、变更确认等需要书面记录的场景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对公、正式、存档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📱 微信/企微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日常沟通、进度跟进、简单问题咨询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快速、便捷、日常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📞 电话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紧急事项、复杂问题需要即时讨论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即时、双向、详细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86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视频会议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3886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技术评审、远程会议、方案讨论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直观、协同、远程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沟通原则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及时响应：客户消息尽量在2小时内回复，紧急事项立即处理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言出必行：承诺客户的交期或方案必须兑现，有变化提前告知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专业形象：沟通中体现专业度，不确定的问题先确认再回复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生产工艺流程概览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05 生产工艺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24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线束生产六大工序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12801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来料检验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IQC检查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材料验证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874520" y="141732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74520" y="1417320"/>
            <a:ext cx="12801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裁线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23774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定长裁切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剥除外皮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32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91840" y="141732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417320"/>
            <a:ext cx="12801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3774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端子压接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拉力检测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417320"/>
            <a:ext cx="12801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23774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预装配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总装配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26480" y="141732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417320"/>
            <a:ext cx="12801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23774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通断测试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耐压测试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543800" y="141732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43800" y="1417320"/>
            <a:ext cx="128016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40" name="Text 38"/>
          <p:cNvSpPr/>
          <p:nvPr/>
        </p:nvSpPr>
        <p:spPr>
          <a:xfrm>
            <a:off x="754380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54380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43800" y="23774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防护包装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标签粘贴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业务需要了解的要点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标准生产周期：汽车线束7-15天，家电线束5-10天（视订单量）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加急处理：紧急订单需额外支付费用，且会压缩其他订单交期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关键工序详解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05 生产工艺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25 /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压接工序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压接高度：±0.05mm精度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拉力测试：100%全检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汽车线：需符合USCAR21标准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家电线：抽检为主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不良后果：虚压导致断路/火灾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测试工序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通断测试：100%检测每根导线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耐压测试：AC 1500V/1min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防水测试：IP67气密性检测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汽车线：全检；家电线：抽检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不良后果：短路/漏电风险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业务需要关注的质量点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汽车线束订单：任何质量问题都可能导致客户索赔甚至失去供货资质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客户投诉处理：第一时间记录问题现象，反馈给品质部分析原因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质量问题预防：了解产品关键特性，在与客户沟通时主动说明公司的质量控制措施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生产周期说明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05 生产工艺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26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标准生产周期参考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60020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7-15天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554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订单量、工艺复杂度、认证要求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5-10天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订单量、产品复杂度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新产品开发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60604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606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15-30天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设计评审、开模、样品测试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紧急订单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310896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3-5天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063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视车间排产情况，需加急费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交期管理要点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提前介入：订单确认后立即与PMC确认交期，不要等到临近交期才跟进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分批交货：大批量订单可协商分批交货，缓解生产压力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质量红线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06 关键盯控点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27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线束产品质量关键指标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319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57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不良率：&lt;10 PPM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拉力测试：100%全检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耐压测试：AC 1500V/1min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防水等级：IP67/IP69K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工作温度：-40°C~+125°C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9319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不良率：&lt;0.3%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拉力测试：抽检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耐压测试：抽检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防水等级：IP20~IP54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工作温度：-10°C~+70°C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质量红线 - 绝对不能触碰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虚压/假压：端子与导线未真正连接，会导致断路甚至火灾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线序错误：多芯线束线序接错，导致设备无法工作甚至烧毁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防水失效：密封不严导致水进入，轻则短路重则安全事故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交期预警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06 关键盯控点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28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交期管理时间节点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37160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订单确认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1463040"/>
            <a:ext cx="9144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业务确认订单，与PMC确认交期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137160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物料采购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2011680"/>
            <a:ext cx="9144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D+1~3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011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PMC下达采购计划，跟进物料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37160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生产开始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2560320"/>
            <a:ext cx="9144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D+3~5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560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首道工序开始，群里更新进度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37160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中段跟进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0240" y="3108960"/>
            <a:ext cx="9144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108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业务主动群里跟进进度，确认是否正常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137160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完成检验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3657600"/>
            <a:ext cx="9144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1920240" y="3657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D+10~12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3657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产品完成，品质检验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137160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发货出货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0240" y="4206240"/>
            <a:ext cx="9144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24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D+12~15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17520" y="4206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包装出货，跟踪物流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交期预警信号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物料延迟：立即在群里通报，评估对交期的影响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良品率下降：可能影响出货进度，需协调技术/生产分析原因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客户变更：立即评估影响，在群里公开沟通，不要私下处理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成本意识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06 关键盯控点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29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业务需要知道的成本要点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9144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原材料成本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铜价波动直接影响成本，报价需确认原材料条款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63040"/>
            <a:ext cx="9144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人工成本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加班费、紧急订单的人力成本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9144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不良成本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返工、报废、客诉索赔直接侵蚀利润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68880"/>
            <a:ext cx="9144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交期成本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延迟交货可能产生罚款或失去客户信任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业务报价参考原则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材料成本占比：线束产品材料成本占总成本50-70%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报价有效期：原材料价格波动大时，报价有效期应缩短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账期影响：账期越长，资金占用成本越高，报价应体现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汽车线束技术基础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07 技术指引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30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认证标准与技术要求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必须通过的认证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IATF 16949:2016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汽车行业质量管理体系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UL认证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电气安全认证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CCC认证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中国强制性产品认证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关键测试项目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振动测试（ISO 16750）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耐温循环测试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盐雾腐蚀测试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防水等级测试（IP67/IP69K）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端子压接强度测试（USCAR 21）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业务常见问题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Q: 客户要求提供TS16949证书？→ 这是IATF 16949的前身，向品质部索取 | Q: 样品需要AVLL测试？→ 向技术部确认测试项目和费用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家电线束技术基础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07 技术指引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31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家电线束特点与要求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认证标准：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ISO 9001 · UL · CE · CQC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工作温度：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011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-10°C ~ +70°C（一般）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质量要求：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468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不良率&lt;0.3%，抽检为主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环保要求：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RoHS，符合GB 4706安全标准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393192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优势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订单批量大，稳定生产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工艺相对简单，良率高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客户账期相对较好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93192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风险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114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竞争激烈，价格压力大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大客户账期长（如海尔、美的）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质量要求逐步向汽车线看齐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技术参数速查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07 技术指引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常用导线规格对照表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645920"/>
                <a:gridCol w="320040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截面积(mm²)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额定电流(A)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常见用途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信号线、小电流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0.519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信号线、控制线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0.823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尾灯、开关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1.31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转向灯、喇叭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大灯、暖风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3.31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发动机相关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5.26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电源线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AWG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8.37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启动电源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527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AWG            截面积(mm²)    额定电流(A)         常见用途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业务记忆口诀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AWG数值越大，导线越细，载流越小 | 0.5²够一般信号，1.5²够一般电源，2.5²够大电流 | 汽车线束常用18~10AWG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技术沟通话术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07 技术指引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33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与客户技术部门沟通的技巧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904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客户问：你们的压接标准是什么？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105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我们采用USCAR21标准，100%拉力检测，汽车线不良率&lt;10PPM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3591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客户问：产品能过哪些认证？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791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汽车线束通过IATF16949/UL/CCC，家电线束通过ISO9001/UL/CE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2278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客户问：最小订单量是多少？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5478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需要与PMC确认，一般汽车线束50套起，家电线束500套起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0965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客户问：样品交期多久？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4165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新产品开发15-30天，已有产品5-7天，具体需与技术部确认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技术型销售成长路径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08 成长路径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34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三阶段能力模型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初级阶段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0-6个月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目标：能独立处理日常业务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掌握产品基础参数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熟悉内部流程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了解客户需求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独立跟进中小客户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17320"/>
            <a:ext cx="265176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中级阶段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6-18个月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目标：能独当一面，成为客户信赖的对象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697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技术方案报价能力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大客户维护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问题处理能力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竞争应对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41732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417320"/>
            <a:ext cx="26517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高级阶段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1828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18-36个月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目标：能带领团队，赢得战略性客户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2697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技术型销售转型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大项目操盘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客户战略规划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团队协作能力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学习资源推荐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08 成长路径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35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技术型销售成长指南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推荐学习内容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线束设计基础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汽车电气系统原理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供应商管理知识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商务谈判技巧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客户关系管理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实践建议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跟线学习：跟一次完整的生产流程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跟客学习：陪同拜访客户技术对接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问题复盘：每次问题后写复盘总结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技术考级：考取线束工程师证书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跨部门轮岗：了解采购/品质基础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🏆 成长寄语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技术型销售是最稀缺的人才——既懂技术能解决问题，又懂商业能赢得客户。坚持学习，你将成为公司最有价值的人。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Q&amp;A 与联系方式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END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828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36 / 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09728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培训内容到此结束，欢迎提问交流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926080"/>
            <a:ext cx="6400800" cy="164592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联系咨询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业务部负责人：[待补充]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技术部负责人：[待补充]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培训负责人：[待补充]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培训日期：2026年4月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青岛弘博电缆有限公司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青岛弘博电缆有限公司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新业务入职培训</dc:title>
  <dc:subject>汽车线束 &amp; 家电线束业务培训</dc:subject>
  <dc:creator>青岛弘博电缆有限公司</dc:creator>
  <cp:lastModifiedBy>青岛弘博电缆有限公司</cp:lastModifiedBy>
  <cp:revision>1</cp:revision>
  <dcterms:created xsi:type="dcterms:W3CDTF">2026-04-16T02:46:38Z</dcterms:created>
  <dcterms:modified xsi:type="dcterms:W3CDTF">2026-04-16T02:46:38Z</dcterms:modified>
</cp:coreProperties>
</file>